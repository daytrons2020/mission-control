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situations require quick thinking and practiced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your role before the emergency occurs. Preparation saves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High-quality CPR is the foundation of resuscitation.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BVM ventilation is a critical skill that requires practice. The two-person technique is preferred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hyperventilation - it's common during emergencies and harmful to the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mnemonics help predict difficult airways. Assess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RT plays a crucial supporting role in intubation. Be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ETCO2 is the gold standard. Never rely on a single confirmation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Cricothyrotomy is a life-saving procedure when the airway cannot be secured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intervention prevents codes. Don't hesitate to call a rapid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silent chest in asthma is an ominous sign indicating severe obstruction.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Epinephrine is the first-line treatment for anaphylaxis. Don't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Differentiating cardiogenic vs. non-cardiogenic pulmonary edema guides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Tension pneumothorax is a clinical diagnosis. Don't wait for imaging.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quickly with choking. If they can cough, let them. If not, intervene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Post-resuscitation care is critical for neurological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documentation is essential for legal protection and quality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high-stress situation. Focus on the airway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Airway first, then circulation. You can't resuscitate without oxygenation.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silent chest in an asthmatic is a life-threatening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wait for respiratory arrest to intubate. Act early in severe asthma.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preparedness is about preparation, not just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Emergency Respiratory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99CC"/>
                </a:solidFill>
              </a:defRPr>
            </a:pPr>
            <a:r>
              <a:t>Code Blue and Rapid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Presenter: [Name], RRT, [Credentials]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Date: [Date]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Department: Respiratory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By the end of this session, participants will be able to: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Describe the respiratory therapist's role in code blue situations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Perform effective bag-valve-mask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Assist with emergency airway management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Manage the airway during cardiac arrest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Participate in rapid response team activation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Recognize and respond to respiratory emergencies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Code Blue Response: The RT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Primary Responsibilities: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Airway management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Ventilation support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Oxygen delivery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Medication delivery (nebulized)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Arterial blood gas sampling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Documentation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Equipment to Bring: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Emergency airway bag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Portable suction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Oxygen tank and regulator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ABG kit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Stethoscope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Team Communication: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Closed-loop communication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Clear, concise reports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Role clarity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Adult Cardiac Arrest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Immediate Actions (CAB):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C - Circulation: Chest compressions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Rate: 100-120/min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Depth: 2-2.4 inches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Allow full recoil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Minimize interruptions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A - Airway: Open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Head tilt-chin lift (no trauma)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Jaw thrust (if trauma suspected)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B - Breathing: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2 breaths after every 30 compressions (BLS)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Advanced airway: 1 breath every 6 seconds (10/min)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Respiratory Therapist Role: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Manage airway once advanced airway placed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Provide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ETCO2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Bag-Valve-Mask Ventilation: Critical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Equipment: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Self-inflating bag (adult 1-2L)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Mask (appropriate size)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Oxygen source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PEEP valve (if available)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One-Person Technique: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Position at head of bed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E-C clamp technique: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Thumb and index finger form 'C' on mask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Middle, ring, pinky form 'E' under jaw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Squeeze bag to deliver breath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Watch for chest rise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Two-Person Technique (Preferred):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One person holds mask with both hands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Second person squeezes bag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Better seal, easier ventilation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BVM Ventilation: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Volume: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Deliver only enough to see chest rise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Approximately 500-600 ml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Avoid hyperventilation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Rate: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With compressions: 1 breath every 6 seconds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Without compressions: 10-12 breaths/min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Squeeze bag over 1 second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Complications to Avoid: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Hyperventilation (decreases venous return)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Gastric insufflation (increases aspiration risk)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Barotrauma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Monitoring: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Watch chest rise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Listen for air leaks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SpO2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Capnography when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Emergency Airway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Assessment (MOANS, LEMON, RODS):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MOANS (Mask Ventilation):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 - Mask seal (beard, no teeth)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 - Obesity/Obstruction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 - Age (&gt;55)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 - No teeth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 - Stiff lungs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LEMON (Laryngoscopy):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 - Look externally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 - Evaluate 3-3-2 rule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 - Mallampati score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 - Obstruction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 - Neck mobility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RODS (Supraglottic Airway):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 - Restricted mouth opening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 - Obstruction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 - Disrupted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 - Stiff lungs/cervical spine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Endotracheal Intubation: RT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Preparation: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Check suction (Yankauer ready)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Pre-oxygenate (3 minutes at 100%)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Position patient (sniffing position)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Prepare BVM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SpO2 and HR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During Intubation: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Assist as needed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Pass equipment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Apply cricoid pressure (if requested)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for desaturation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Post-Intubation: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Confirm placement (ETCO2, auscultation)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Secure tube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Document depth (cm at teeth/gums)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Obtain chest X-ray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Initiate mechanical ventilation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Confirming ET Tube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Primary Confirmation: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**Quantitative ETCO2:**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Waveform capnography (gold standard)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Colorimetric device (purple to yellow)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Must be sustained (not just one breath)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Secondary Confirmation: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Auscultation (bilateral breath sounds)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Chest rise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gastric insufflation sounds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Chest X-Ray: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Tip 3-5 cm above carina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Not for immediate confirmation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If Uncertain: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Remove tube and re-intubate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Do not assume esophageal intubation will be obvious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Surgical Airway: Cricothyrotomy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Indications: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Cannot intubate, cannot ventilate (CICV)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Severe facial trauma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Upper airway obstruction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Contraindications: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Age &lt;8 years (needle cricothyrotomy preferred)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Tracheal transection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Inability to identify landmarks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RT Role: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Assist with equipment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Provide ventilation through surgical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patient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After Placement: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Confirm placement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Secure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Prepare for transport to 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Rapid Response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Purpose: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Identify deteriorating patients early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Prevent cardiac arrest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Reduce ICU admissions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Activation Criteria: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Acute change in respiratory rate (&lt;8 or &gt;28)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Acute change in oxygen saturation (&lt;90%)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Acute change in mental status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Acute change in blood pressure (SBP &lt;90 or &gt;180)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Heart rate (&lt;40 or &gt;130)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Staff concern about patient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Respiratory Therapist Role: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Assess airway and 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Provide oxygen/ventilation support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Prepare for potential intubation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Assist with procedures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Respiratory Emergency: Severe Asthma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Recognition: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Severe dyspnea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Inability to speak in sentences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Use of accessory muscles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Diaphoresis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Pulsus paradoxus &gt;25 mmHg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Silent chest (ominous sign)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Management: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Oxygen (target SpO2 92-95%)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Continuous nebulized beta-agonist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Ipratropium bromide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Systemic corticosteroids (early)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Magnesium sulfate (severe)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6. Consider NIV (controversial)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7. Prepare for intubation if failing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Intubation Considerations: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High risk for barotrauma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Use large ETT (8.0+)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Low tidal volume, long expiratory time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Ketamine preferred for induction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Respiratory Emergency: Anaphylaxis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Recognition: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Sudden onset after exposure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Airway: Angioedema, stridor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Breathing: Bronchospasm,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Circulation: Hypotension, tachycardia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Skin: Urticaria, flushing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Immediate Treatment: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**Epinephrine IM** (1:1000, 0.3-0.5 mg)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Lateral thigh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Repeat every 5-15 min if needed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**Oxygen** (high flow)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**IV fluids** (crystalloid bolus)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**Albuterol** (nebulized)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**Antihistamines** (H1 and H2 blockers)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6. **Corticosteroids** (prevent biphasic reaction)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Airway Management: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Early intubation if airway compromise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May be very difficult due to edema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Have surgical airway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Respiratory Emergency: Pulmonary Edema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Cardiogenic (CHF):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Orthopnea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JVD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S3 gallop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Peripheral edema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Bilateral crackles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CXR: Cardiomegaly, effusions, cephalization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Non-cardiogenic (ARDS):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orthopnea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JVD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Bilateral crackles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CXR: Bilateral infiltrates, normal heart size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Management (Cardiogenic):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Sit patient upright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Oxygen/CPAP/BiPAP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Nitrates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Diuretics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Morphine (if indicated)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Respiratory Emergency: Pneumothorax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Types: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**Simple:** No shift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**Tension:** Mediastinal shift, hemodynamic compromise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Recognition: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Sudden onset dyspnea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Pleuritic chest pain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Decreased breath sounds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Hyperresonance to percussion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Tension: Tracheal deviation, hypotension, JVD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Management: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**Simple:** Oxygen, observation, chest tube if large/symptomatic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**Tension:** Immediate needle decompression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- 2nd intercostal space, midclavicular line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- 14-gauge needle, 3.25 inches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Follow with chest tube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RT Role: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Assist with procedure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Support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Prepare for chest tube insertion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Foreign Body Airway Obstruction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Recognition: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Universal choking sign (hands to throat)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Inability to speak/cough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Cyanosis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High-pitched sounds (partial)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Silent (complete)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Adult/Child (&gt;1 year) Treatment: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Mild (can cough, speak):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Encourage coughing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Do not interfere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closely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Severe (cannot cough, speak, cyanotic):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Abdominal thrusts (Heimlich)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Stand behind patient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Fist above navel, below xiphoid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Quick upward thrusts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Continue until object expelled or patient becomes unresponsive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If Unresponsive: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Activate emergency response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Begin CPR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Look in mouth before breaths, remove if visible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Post-Resuscitation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Respiratory Priorities: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Airway: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Maintain ET tube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Suction as needed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Consider sedation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Ventilation: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Avoid hyperventilation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Target PaCO2 35-45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Protect lungs (6 ml/kg)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Oxygenation: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Target SpO2 94-98%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Avoid hyperoxia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Titrate FIO2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4. Monitoring: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Continuous capnography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ABG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Chest X-ray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Targeted Temperature Management: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32-36°C for 24 hours (if indicated)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Respiratory Documentation: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Arrival time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Initial assessment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Interventions performed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Airway management details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Ventilation parameters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Medications administered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Response to treatment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Times of key events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Critical Times to Record: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Code called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First compression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Airway secured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ROSC achieved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Code ended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Quality Improvement: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Debrief after code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Identify system issues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Provide feedback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1: Code Blue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You are called to a code blue on the medical floor.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**Patient:** 68-year-old male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**History:** Post-operative day 2 after bowel resection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Arrival: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CPR in progress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airway established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Bag-mask ventilation being performed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Assessment: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chest rise with BVM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SpO2: 60%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Rhythm: Asystole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Questions: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What is your immediate priority?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How do you troubleshoot the BVM issue?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What are your next steps?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1: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Immediate Priority: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Ensure effective ventilation is the priority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Without oxygenation, other interventions are futile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Troubleshooting BVM: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Check mask seal (E-C clamp technique)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Reposition head (head tilt-chin lift or jaw thrust)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Check for airway obstruction (suction if needed)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Try two-person BVM technique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Consider oral/nasopharyngeal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6. Prepare for intubation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Next Steps: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Call for intubation equipment if not already done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Continue high-quality CPR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Once airway secured, confirm with ETCO2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Manage ventilator (avoid hyperventilation)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Obtain ABG once ROSC achieved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2: Rapid Response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You respond to a rapid response call.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**Patient:** 45-year-old female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**History:** Asthma, admitted for pneumonia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Nurse Reports: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'She was fine an hour ago'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'Now she's breathing really fast and can't talk'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Your Assessment: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RR: 36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SpO2: 88% on 4L NC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Using accessory muscles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Can only speak in words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Auscultation: Diminished breath sounds, no wheezing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Questions: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What is the significance of the 'silent chest'?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What are your immediate interventions?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When should you consider intubation?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2: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Silent Chest Significance: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Extremely concerning finding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Indicates severe airway obstruction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Insufficient airflow to generate wheezing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 is tiring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Imminent respiratory arrest risk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Immediate Interventions: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High-flow oxygen (non-rebreather)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Continuous nebulized albuterol (high dose)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Ipratropium bromide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Systemic corticosteroids (IV)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Magnesium sulfate (2g IV)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6. Prepare for intubation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Intubation Criteria: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Altered mental status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Respiratory arrest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Severe acidosis (pH &lt;7.25)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response to maximal therapy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Exhaustion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Airway is Always Priority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Without oxygenation, nothing else matters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BVM is a critical skill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Teamwork Saves Lives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Clear communication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Defined roles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Closed-loop communication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Avoid Hyperventilation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Decreases venous return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Increases intrathoracic pressure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10 breaths/min with advanced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4. Confirm ET Tube Placement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ETCO2 is gold standard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Never assume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5. Early Intervention Prevents Codes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Know rapid response criteria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Don't hesitate to call for help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1. American Heart Association. Advanced Cardiovascular Life Support (ACLS) Provider Manual. 2020.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AARC Clinical Practice Guideline: Resuscitation and Defibrillation in the Health Care Setting. Respir Care. 2022.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AARC Clinical Practice Guideline: Management of Airway Emergencies. Respir Care. 2019.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GINA Global Strategy for Asthma Management and Prevention. 2024 Update.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Difficult Airway Society Guidelines. https://www.das.uk.com/guidelines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99CC"/>
                </a:solidFill>
              </a:defRPr>
            </a:pPr>
            <a:r>
              <a:t>Prepared for the Unexpected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Respiratory Care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