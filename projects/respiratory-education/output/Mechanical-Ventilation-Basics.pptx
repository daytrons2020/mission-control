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foundational skills are essential for ventilator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indications helps determine when ventilation is truly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mode has advantages. Choose based on patient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selection depends on the patient's respiratory drive and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Lung-protective ventilation reduces ventilator-induced lung injury.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starting points. Adjust based on patient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waveforms helps identify patient-ventilator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 pressure alarms always require immediate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 pressure alarms can indicate a catastrophic circuit disconnect.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Asynchrony increases work of breathing and patient discomfort.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Addressing asynchrony improves patient comfort and ventilation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Weaning readiness requires both physiological and clinical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use ideal body weight for tidal volume calculations in 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Lung-protective ventilation is essential in ARDS to prevent further lung injury.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principles form the foundation of safe mechanical ventilation.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Mechanical Ventilation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99CC"/>
                </a:solidFill>
              </a:defRPr>
            </a:pPr>
            <a:r>
              <a:t>Introduction to Ventilator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Presenter: [Name], RRT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Date: [Date]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Department: Respiratory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By the end of this session, participants will be able to: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Identify the components of a mechanical ventilator circuit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Describe the difference between volume and pressure control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Calculate initial ventilator settings using lung-protective strategies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Recognize common ventilator alarms and appropriate responses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Interpret basic ventilator graphics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Indications for Mechanical Ventilation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Primary Indications: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**Apnea** or impending respiratory arrest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**Acute respiratory failure**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Hypoxemic (PaO2 &lt; 60 on high FIO2)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Hypercapnic (pH &lt; 7.30 with elevated PaCO2)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**Airway protection**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Altered mental status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Inability to protect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**Prophylactic**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Post-operative support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Severe metabolic acidosis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Ventilator Classification: By Control Variable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Volume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Delivers set tidal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Guaranteed minute ventilation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Pressure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Delivers set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Pressure limiting, variable flow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Ventilator Classification: By Breath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Continuous Mandatory Ventilation (CMV)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All breaths machine-triggered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Patient cannot trigger additional breaths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Assist/Control (A/C)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All breaths delivered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Patient can trigger additional breaths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Most common initial mode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Synchronized Intermittent Mandatory Ventilation (SIMV)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Set rate + spontaneous breaths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Spontaneous breaths may have pressure support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Spontaneous Modes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CPAP: Continuous positive airway pressure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Pressure Support: Assists spontaneous breaths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Lung-Protective Ventilation: ARDSNet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Tidal Volume: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**6 ml/kg ideal body weight** (range 4-8)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Calculate IBW: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Men: 50 + (2.3 × inches over 5 feet)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Women: 45.5 + (2.3 × inches over 5 feet)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Plateau Pressure: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**Goal: &lt; 30 cmH2O**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If &gt;30: decrease VT to 5 or 4 ml/kg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PEEP: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Start at **5 cmH2O**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Titrate based on oxygenation and hemodynamics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Initial Ventilator Settings: Standard Starting Point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Volume A/C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Reliable minute ventilation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6-8 ml/kg IBW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Lung protection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12-16/min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Normal physiologic range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FIO2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100% → titrate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Start high, wean quickly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 cmH2O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Maintain FRC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60 L/min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Adequate for most adults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Ventilator Graphics: Pressure-Time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Key Measurements: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**Peak Pressure** - Total resistance + compliance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**Plateau Pressure** - Static compliance only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**PEEP** - Baseline pressure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Key Calculations: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**Static Compliance** = VT / (Pplat - PEEP)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Normal: 50-100 mL/cmH2O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**Airway Resistance** = (Ppeak - Pplat) / Flow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Normal: &lt; 10 cmH2O/L/sec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Example: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VT = 500 mL, Pplat = 25, PEEP = 5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Compliance = 500 / (25 - 5) = 25 mL/cmH2O (low)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Ventilator Alarms: High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Causes: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Secretions in airway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Kinked ETT or circuit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Bronchospasm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Decreased lung compliance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Patient-ventilator asynchrony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Response: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Check patient first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Suction if indicated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Check circuit for kinks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Auscultate for bronchospasm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Consider sedation if fighting ventilator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Prevention: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Regular airway suctioning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Proper circuit positioning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Adequate sedation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Ventilator Alarms: Low Pressure/Volume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Low Pressure/Volume Alarm Causes: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Circuit disconnect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Cuff leak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Patient self-extubation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Response: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Check patient immediately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Verify ETT position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Check cuff pressure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Check all connections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Low PEEP/CPAP Alarm Causes: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Large leak in system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Circuit disconnect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Inadequate flow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**Remember:** Low pressure alarms may indicate a life-threatening disconnect.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Patient-Ventilator Asynchrony: Types and Solutions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Difficulty initiating breath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Adjust sensitivity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Demand exceeds set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Increase flow or switch to pressure control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Premature or delayed 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Adjust cycling criteria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Assessment of Asynchrony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Signs of Asynchrony: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Observe patient breathing pattern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Check flow and pressure waveforms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Assess for double-triggering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Evaluate for auto-PEEP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Double-Triggering: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Two breaths delivered back-to-back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Indicates insufficient tidal volume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May need to increase VT or switch to pressure control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Auto-PEEP: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Intrinsic PEEP from incomplete exhalation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Common in COPD and asthma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Increase expiratory time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Decrease respiratory 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Weaning Parameters: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Spontaneous Breathing Trial (SBT) Criteria: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RSBI (Rapid Shallow Breathing Index)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RR / VT (in liters)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&lt; 105 = likely to succeed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Negative Inspiratory Force (NIF)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&lt; -20 to -30 cmH2O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Other Parameters: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Spontaneous VT &gt; 5 ml/kg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VC &gt; 10-15 ml/kg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Minute ventilation &lt; 10 L/min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Clinical Assessment: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Hemodynamic stability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Adequate oxygenation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Resolution of underlying condition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Study: Patient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**Mr. Johnson**, 70-year-old male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**Diagnosis:** Severe pneumonia, ARDS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**Height:** 5'10" (70 inches)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**Actual weight:** 90 kg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Calculate Initial Settings: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Step 1: Calculate IBW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IBW = 50 + (2.3 × 10) = **73 kg**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Step 2: Calculate VT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6 ml/kg × 73 kg = **438 ml** (round to 440 ml)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Step 3: Initial Settings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Mode: Volume A/C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VT: 440 ml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Rate: 14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FIO2: 100%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PEEP: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Study: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Questions: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Why use IBW instead of actual weight?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Lung compliance, not body size, determines safe VT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What if plateau pressure is 35 cmH2O?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If Pplat &gt;30, decrease VT to 4-5 ml/kg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May need to increase rate to maintain minute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When should you start weaning FIO2?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Wean FIO2 to maintain SpO2 88-95% (ARDS)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Avoid hyperoxia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What PEEP/FIO2 table might you use?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ARDSNet PEEP/FIO2 tables guide PEEP titration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   - Higher PEEP may improve oxygenation but affect hemodynamics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1. Always use lung-protective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6 ml/kg IBW, Pplat &lt; 30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2. Know your calculations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IBW, compliance, RSBI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3. Patient first, then equipment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Always assess patient when alarms sound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4. Monitor for asynchrony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Adjust settings to optimize comfort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5. Have a weaning plan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Daily SBT when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1. ARDSNet. Ventilation with lower tidal volumes as compared with traditional tidal volumes for acute lung injury and the acute respiratory distress syndrome. N Engl J Med. 2000;342(18):1301-1308.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AARC Clinical Practice Guidelines: Mechanical Ventilation of Mechanically Ventilated Patients. Respir Care. 2022.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Tobin MJ. Principles and Practice of Mechanical Ventilation. 4th ed. McGraw-Hill; 2018.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Pilbeam SP, Cairo JM. Mechanical Ventilation: Physiological and Clinical Applications. 7th ed. Elsevier; 2020.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99CC"/>
                </a:solidFill>
              </a:defRPr>
            </a:pPr>
            <a:r>
              <a:t>Excellence in Patient Care Through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Respiratory Care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